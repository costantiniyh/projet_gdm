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75" d="100"/>
          <a:sy n="75" d="100"/>
        </p:scale>
        <p:origin x="276" y="17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0AEAE5-2058-F6FB-5E41-B63AA07F5F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ECD3959-9EDE-91FC-2227-958A54E041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D216100-1780-FD29-631C-73BCE51C7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C88A9-DAC8-429C-916C-36452BE61D82}" type="datetimeFigureOut">
              <a:rPr lang="fr-FR" smtClean="0"/>
              <a:t>05/03/2026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74FA444-9C39-AF63-4E85-DD67CD6DC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EABBB8E-511E-C537-6DA0-44EEC4311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EF3A0-005F-49BD-A503-AC6B7DBEFE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4246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4E89B1-2174-0872-575B-7C3D95CD5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2D20485-4B7B-813A-5D43-81FE2AC685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886229E-6D8F-56DF-DDD5-8A8449A0B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C88A9-DAC8-429C-916C-36452BE61D82}" type="datetimeFigureOut">
              <a:rPr lang="fr-FR" smtClean="0"/>
              <a:t>05/03/2026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BABC335-0857-1456-15B4-61303F66C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EEFD0A8-3B2F-E6CA-49E1-CEB5E3795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EF3A0-005F-49BD-A503-AC6B7DBEFE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7734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5C1FDD-617A-8814-6A7E-C30192BE5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593E10C-EF9C-0CFC-D40B-719B81D34B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683C32E-2DF7-A293-5E85-FF3BC08F1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C88A9-DAC8-429C-916C-36452BE61D82}" type="datetimeFigureOut">
              <a:rPr lang="fr-FR" smtClean="0"/>
              <a:t>05/03/2026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6CCA253-CAA9-8519-3080-55398F8AB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39F7325-BEF9-F16F-6813-79102915D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EF3A0-005F-49BD-A503-AC6B7DBEFE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7597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5C8E97-AFFA-59E9-DC92-C9DC24EEF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08AD40B-C027-4C1F-A594-6B815244C3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9913F96-E63C-7C88-005B-B008CF483A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EB2D606-76D6-7C6A-0B78-E6CE2EBD8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C88A9-DAC8-429C-916C-36452BE61D82}" type="datetimeFigureOut">
              <a:rPr lang="fr-FR" smtClean="0"/>
              <a:t>05/03/2026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6B7280F-8171-23D3-478A-A9C49773D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DF638C4-4CF3-176A-FC38-70DD21414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EF3A0-005F-49BD-A503-AC6B7DBEFE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5941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CC7845-15EA-4D7A-6CC4-B5FA6BE2F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01FA5B5-FFBF-3CF0-C2AF-E1594FB9A3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66BA45D-E0A9-E6AC-C67D-1897D2EF93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1120D15-41A4-B5D9-8E84-247CBB0278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AB8B625-A983-CFD3-E503-3F116142E4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DCC34D2-6051-67D1-4E73-F54F6166D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C88A9-DAC8-429C-916C-36452BE61D82}" type="datetimeFigureOut">
              <a:rPr lang="fr-FR" smtClean="0"/>
              <a:t>05/03/2026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E53F7DD-2A12-6094-7D6E-E38C59042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5CA4930-4CA5-2F0C-C075-351EA72ED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EF3A0-005F-49BD-A503-AC6B7DBEFE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7573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94EC74-0A4C-4874-20DD-8CAE4C3B9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FD5AF8E-68D8-F802-F0EE-55C828D76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C88A9-DAC8-429C-916C-36452BE61D82}" type="datetimeFigureOut">
              <a:rPr lang="fr-FR" smtClean="0"/>
              <a:t>05/03/2026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B2C1DB5-56A9-12C1-46A6-EFFC42624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E6F6480-9D5C-C798-8631-F5ED7B859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EF3A0-005F-49BD-A503-AC6B7DBEFE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8145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13652EF-D12A-C921-AD3B-7962F96B7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C88A9-DAC8-429C-916C-36452BE61D82}" type="datetimeFigureOut">
              <a:rPr lang="fr-FR" smtClean="0"/>
              <a:t>05/03/2026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0903AF7-22FD-F743-9E6C-89B9029EA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85C3273-C3A9-C34C-17B8-C4A22B4EB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EF3A0-005F-49BD-A503-AC6B7DBEFE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5502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C78E13-BAC0-3A5E-9DC3-FED359B29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30D564-F774-3374-A136-A9B70A3862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2711226-2F18-EF4B-D313-28BAAAAAD2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7007CB4-64C7-57F1-D543-26CD5AEC0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C88A9-DAC8-429C-916C-36452BE61D82}" type="datetimeFigureOut">
              <a:rPr lang="fr-FR" smtClean="0"/>
              <a:t>05/03/2026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B86182B-BCA0-222B-9923-897B42A6A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1EFCFB4-E542-93BC-1CA5-39F4545E8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EF3A0-005F-49BD-A503-AC6B7DBEFE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9602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266443-78EA-BE2B-6917-C144E8D4C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085BB7C-D68E-C189-29A0-4C2E070F18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5C45C3F-F7E4-CF86-D505-1BACD764E6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27DB911-7ED1-E2EE-9280-61FA58139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C88A9-DAC8-429C-916C-36452BE61D82}" type="datetimeFigureOut">
              <a:rPr lang="fr-FR" smtClean="0"/>
              <a:t>05/03/2026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FA81601-743F-E585-151A-E58A9681B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90D6A26-9913-49C2-5787-A00264078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EF3A0-005F-49BD-A503-AC6B7DBEFE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7414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1ECDE6-BA3A-60B8-506C-317E761E3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D286971-80EA-4927-B92D-75CC49205A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24B3A50-2BC0-36AB-7177-563FD3AC4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C88A9-DAC8-429C-916C-36452BE61D82}" type="datetimeFigureOut">
              <a:rPr lang="fr-FR" smtClean="0"/>
              <a:t>05/03/2026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8E42C17-3D20-AE3B-5F8A-C7191D889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D5AB5E4-B6A0-F547-D40E-C374A8CA1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EF3A0-005F-49BD-A503-AC6B7DBEFE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3304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0007FF9-1787-4997-345C-2D39EB8C44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5DC0F90-F7A2-5A34-08AA-46FFE060AD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0406A54-7735-4ABA-AF00-44D331A3A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C88A9-DAC8-429C-916C-36452BE61D82}" type="datetimeFigureOut">
              <a:rPr lang="fr-FR" smtClean="0"/>
              <a:t>05/03/2026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567E9BD-27EB-A3E6-BDED-5F1449224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889E300-52F0-5449-7C56-2378E1DE9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EF3A0-005F-49BD-A503-AC6B7DBEFE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4899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B190A9D-0CC4-CAFF-3848-FF6EF36B1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496EB72-6C6B-1BA3-9B1E-8182C4DAFD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A8A2D84-9689-0368-3F1A-02ACB60B11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9C88A9-DAC8-429C-916C-36452BE61D82}" type="datetimeFigureOut">
              <a:rPr lang="fr-FR" smtClean="0"/>
              <a:t>05/03/2026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24FF8F3-2618-C22A-5CFF-B27E50094C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20C80BD-8A13-66C2-B738-D4D4D89966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DEF3A0-005F-49BD-A503-AC6B7DBEFE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2455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Linux : qu'est-ce que c'est ?">
            <a:extLst>
              <a:ext uri="{FF2B5EF4-FFF2-40B4-BE49-F238E27FC236}">
                <a16:creationId xmlns:a16="http://schemas.microsoft.com/office/drawing/2014/main" id="{F04846FF-A176-86B1-F137-20B25E242A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84" r="-1" b="-1"/>
          <a:stretch>
            <a:fillRect/>
          </a:stretch>
        </p:blipFill>
        <p:spPr bwMode="auto">
          <a:xfrm>
            <a:off x="20" y="10"/>
            <a:ext cx="1218893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B6D0F8C2-9BAF-FD90-6A38-EB6E8B0892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>
            <a:normAutofit/>
          </a:bodyPr>
          <a:lstStyle/>
          <a:p>
            <a:r>
              <a:rPr lang="en-US" sz="6100">
                <a:solidFill>
                  <a:schemeClr val="bg1"/>
                </a:solidFill>
              </a:rPr>
              <a:t>The open source and free software communities: differences and similarities</a:t>
            </a:r>
            <a:endParaRPr lang="fr-FR" sz="6100">
              <a:solidFill>
                <a:schemeClr val="bg1"/>
              </a:solidFill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8FD07DF-E5CA-91B0-606E-02E49D0D09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536192"/>
          </a:xfrm>
        </p:spPr>
        <p:txBody>
          <a:bodyPr>
            <a:normAutofit/>
          </a:bodyPr>
          <a:lstStyle/>
          <a:p>
            <a:r>
              <a:rPr lang="fr-FR">
                <a:solidFill>
                  <a:schemeClr val="bg1"/>
                </a:solidFill>
              </a:rPr>
              <a:t>Costantini Yaacov</a:t>
            </a:r>
          </a:p>
          <a:p>
            <a:r>
              <a:rPr lang="fr-FR">
                <a:solidFill>
                  <a:schemeClr val="bg1"/>
                </a:solidFill>
              </a:rPr>
              <a:t>05/03/2026</a:t>
            </a:r>
          </a:p>
        </p:txBody>
      </p:sp>
      <p:sp>
        <p:nvSpPr>
          <p:cNvPr id="2057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03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62" name="Rectangle 1061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86F330B-41EB-8689-66AC-E961EA106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fr-FR" sz="7200" dirty="0"/>
              <a:t>The Free Software   </a:t>
            </a:r>
          </a:p>
        </p:txBody>
      </p:sp>
      <p:sp>
        <p:nvSpPr>
          <p:cNvPr id="1064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3F9568C-2834-97CE-DD27-3806F6C4F4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5523507" cy="4119172"/>
          </a:xfr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anchor="t">
            <a:normAutofit/>
          </a:bodyPr>
          <a:lstStyle/>
          <a:p>
            <a:r>
              <a:rPr lang="fr-FR" sz="2400" dirty="0"/>
              <a:t>Born in 1980</a:t>
            </a:r>
          </a:p>
          <a:p>
            <a:r>
              <a:rPr lang="fr-FR" sz="2400" dirty="0"/>
              <a:t>Richard </a:t>
            </a:r>
            <a:r>
              <a:rPr lang="fr-FR" sz="2400" dirty="0" err="1"/>
              <a:t>Stallman</a:t>
            </a:r>
            <a:r>
              <a:rPr lang="fr-FR" sz="2400" dirty="0"/>
              <a:t> and Free Software </a:t>
            </a:r>
            <a:r>
              <a:rPr lang="fr-FR" sz="2400" dirty="0" err="1"/>
              <a:t>Foundation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The Four </a:t>
            </a:r>
            <a:r>
              <a:rPr lang="fr-FR" sz="2400" dirty="0" err="1"/>
              <a:t>Freedoms</a:t>
            </a:r>
            <a:r>
              <a:rPr lang="fr-FR" sz="2400" dirty="0"/>
              <a:t> :</a:t>
            </a:r>
          </a:p>
          <a:p>
            <a:pPr lvl="1"/>
            <a:r>
              <a:rPr lang="fr-FR" dirty="0"/>
              <a:t>Usage</a:t>
            </a:r>
          </a:p>
          <a:p>
            <a:pPr lvl="1"/>
            <a:r>
              <a:rPr lang="fr-FR" dirty="0" err="1"/>
              <a:t>Functionality</a:t>
            </a:r>
            <a:r>
              <a:rPr lang="fr-FR" dirty="0"/>
              <a:t> </a:t>
            </a:r>
            <a:r>
              <a:rPr lang="fr-FR" dirty="0" err="1"/>
              <a:t>Study</a:t>
            </a:r>
            <a:endParaRPr lang="fr-FR" dirty="0"/>
          </a:p>
          <a:p>
            <a:pPr lvl="1"/>
            <a:r>
              <a:rPr lang="fr-FR" dirty="0"/>
              <a:t>Code Modification </a:t>
            </a:r>
          </a:p>
          <a:p>
            <a:pPr lvl="1"/>
            <a:r>
              <a:rPr lang="fr-FR" dirty="0"/>
              <a:t>Code Redistribution</a:t>
            </a:r>
          </a:p>
        </p:txBody>
      </p:sp>
      <p:pic>
        <p:nvPicPr>
          <p:cNvPr id="1028" name="Picture 4" descr="Sutori">
            <a:extLst>
              <a:ext uri="{FF2B5EF4-FFF2-40B4-BE49-F238E27FC236}">
                <a16:creationId xmlns:a16="http://schemas.microsoft.com/office/drawing/2014/main" id="{47488915-55B3-B91A-50DD-4D50AE941E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23" r="1836"/>
          <a:stretch>
            <a:fillRect/>
          </a:stretch>
        </p:blipFill>
        <p:spPr bwMode="auto">
          <a:xfrm>
            <a:off x="9060689" y="412397"/>
            <a:ext cx="1442211" cy="1499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642F4338-177D-2797-8C72-73D42C2C5510}"/>
              </a:ext>
            </a:extLst>
          </p:cNvPr>
          <p:cNvSpPr txBox="1">
            <a:spLocks/>
          </p:cNvSpPr>
          <p:nvPr/>
        </p:nvSpPr>
        <p:spPr>
          <a:xfrm>
            <a:off x="6058893" y="2071316"/>
            <a:ext cx="5523507" cy="411917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400" dirty="0"/>
              <a:t>Example of free software :</a:t>
            </a:r>
          </a:p>
          <a:p>
            <a:pPr lvl="1"/>
            <a:r>
              <a:rPr lang="fr-FR" dirty="0"/>
              <a:t>Libre Office</a:t>
            </a:r>
          </a:p>
          <a:p>
            <a:pPr lvl="1"/>
            <a:r>
              <a:rPr lang="fr-FR" dirty="0" err="1"/>
              <a:t>MySql</a:t>
            </a:r>
            <a:endParaRPr lang="fr-FR" dirty="0"/>
          </a:p>
          <a:p>
            <a:pPr lvl="1"/>
            <a:r>
              <a:rPr lang="fr-FR" dirty="0"/>
              <a:t>Most </a:t>
            </a:r>
            <a:r>
              <a:rPr lang="fr-FR" dirty="0" err="1"/>
              <a:t>famous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Linux OS</a:t>
            </a:r>
          </a:p>
          <a:p>
            <a:r>
              <a:rPr lang="fr-FR" sz="2400" dirty="0" err="1"/>
              <a:t>Philosophical</a:t>
            </a:r>
            <a:r>
              <a:rPr lang="fr-FR" sz="2400" dirty="0"/>
              <a:t> end </a:t>
            </a:r>
            <a:r>
              <a:rPr lang="fr-FR" sz="2400" dirty="0" err="1"/>
              <a:t>ethical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4232224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4ED0A1C-AC39-874F-2BC3-BEF34379D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fr-FR" dirty="0"/>
              <a:t>Open Source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02A2A28E-B528-8029-6AFA-B7FDA0B51F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82" y="955437"/>
            <a:ext cx="4777381" cy="4777381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795359A-D748-B11B-39DC-402F9F49EB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r>
              <a:rPr lang="fr-FR" dirty="0"/>
              <a:t>Born in 1990</a:t>
            </a:r>
          </a:p>
          <a:p>
            <a:r>
              <a:rPr lang="fr-FR" dirty="0"/>
              <a:t>Open Source Initiative</a:t>
            </a:r>
          </a:p>
          <a:p>
            <a:r>
              <a:rPr lang="fr-FR" dirty="0"/>
              <a:t>Accessible and </a:t>
            </a:r>
            <a:r>
              <a:rPr lang="fr-FR" dirty="0" err="1"/>
              <a:t>editable</a:t>
            </a:r>
            <a:r>
              <a:rPr lang="fr-FR" dirty="0"/>
              <a:t> code</a:t>
            </a:r>
          </a:p>
          <a:p>
            <a:r>
              <a:rPr lang="fr-FR" dirty="0" err="1"/>
              <a:t>Pragmatic</a:t>
            </a:r>
            <a:endParaRPr lang="fr-FR" dirty="0"/>
          </a:p>
          <a:p>
            <a:r>
              <a:rPr lang="en-US" dirty="0"/>
              <a:t>highlights the technical and economic advantages</a:t>
            </a:r>
          </a:p>
          <a:p>
            <a:r>
              <a:rPr lang="en-US" dirty="0"/>
              <a:t>Example : Mozilla Firefox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76133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1" name="Freeform: Shape 3080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D00D896-6B33-4089-578A-7C3342CD6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408" y="992094"/>
            <a:ext cx="3616913" cy="2795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Main </a:t>
            </a:r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disagrement</a:t>
            </a:r>
            <a:endParaRPr lang="en-US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F30FEE3-990A-90EF-F5F3-EA311A414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6287" y="4121253"/>
            <a:ext cx="3125337" cy="113684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relationship with businesses and free services</a:t>
            </a:r>
          </a:p>
        </p:txBody>
      </p:sp>
      <p:pic>
        <p:nvPicPr>
          <p:cNvPr id="3074" name="Picture 2" descr="Réseaux sociaux et liberté d'expression : méthodes de filtrage des  contenus, droits et perspectives | liberties.eu">
            <a:extLst>
              <a:ext uri="{FF2B5EF4-FFF2-40B4-BE49-F238E27FC236}">
                <a16:creationId xmlns:a16="http://schemas.microsoft.com/office/drawing/2014/main" id="{748D6453-955E-9788-D1A0-01004D3374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95751" y="1622924"/>
            <a:ext cx="5708649" cy="3582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960948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85</Words>
  <Application>Microsoft Office PowerPoint</Application>
  <PresentationFormat>Grand écran</PresentationFormat>
  <Paragraphs>26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Thème Office</vt:lpstr>
      <vt:lpstr>The open source and free software communities: differences and similarities</vt:lpstr>
      <vt:lpstr>The Free Software   </vt:lpstr>
      <vt:lpstr>Open Source</vt:lpstr>
      <vt:lpstr>Main disagrement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Yaacov-Hai Costantini</dc:creator>
  <cp:lastModifiedBy>Yaacov-Hai Costantini</cp:lastModifiedBy>
  <cp:revision>1</cp:revision>
  <dcterms:created xsi:type="dcterms:W3CDTF">2026-03-05T21:59:47Z</dcterms:created>
  <dcterms:modified xsi:type="dcterms:W3CDTF">2026-03-05T22:37:54Z</dcterms:modified>
</cp:coreProperties>
</file>